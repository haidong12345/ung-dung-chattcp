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Ch</a:t>
            </a:r>
            <a:r>
              <a:rPr lang="en-US" altLang="en-US"/>
              <a:t>ủ </a:t>
            </a:r>
            <a:r>
              <a:rPr lang="" altLang="en-US"/>
              <a:t>Đ</a:t>
            </a:r>
            <a:r>
              <a:rPr lang="en-US" altLang="en-US"/>
              <a:t>ề</a:t>
            </a:r>
            <a:endParaRPr lang="en-US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WPS Presentation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SimSun</vt:lpstr>
      <vt:lpstr>Wingdings</vt:lpstr>
      <vt:lpstr>Wingdings</vt:lpstr>
      <vt:lpstr>Microsoft YaHei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Chủ Đề</dc:title>
  <dc:creator/>
  <cp:lastModifiedBy>Đông Nguyễn Hải</cp:lastModifiedBy>
  <cp:revision>1</cp:revision>
  <dcterms:created xsi:type="dcterms:W3CDTF">2026-06-21T16:57:43Z</dcterms:created>
  <dcterms:modified xsi:type="dcterms:W3CDTF">2026-06-21T16:57:43Z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D9B8B2BD7C1E401CB732714DD28BFB92_12</vt:lpwstr>
  </property>
</Properties>
</file>